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Cedrick Green | Cybersecurity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Analysis | Network Defense | Linux Systems</a:t>
            </a:r>
          </a:p>
          <a:p/>
          <a:p>
            <a:r>
              <a:t>Structured execution. Verified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Cybersecurity-focused operator</a:t>
            </a:r>
          </a:p>
          <a:p/>
          <a:p>
            <a:r>
              <a:t>System-driven thinking</a:t>
            </a:r>
          </a:p>
          <a:p>
            <a:r>
              <a:t>Process control mindset</a:t>
            </a:r>
          </a:p>
          <a:p>
            <a:r>
              <a:t>Decision-making under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Analyst Lab</a:t>
            </a:r>
          </a:p>
          <a:p>
            <a:r>
              <a:t>Network Defense Lab</a:t>
            </a:r>
          </a:p>
          <a:p>
            <a:r>
              <a:t>Due Diligence Framework</a:t>
            </a:r>
          </a:p>
          <a:p>
            <a:r>
              <a:t>GitHub Operational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signals</a:t>
            </a:r>
          </a:p>
          <a:p>
            <a:r>
              <a:t>Validate indicators</a:t>
            </a:r>
          </a:p>
          <a:p>
            <a:r>
              <a:t>Analyze behavior</a:t>
            </a:r>
          </a:p>
          <a:p>
            <a:r>
              <a:t>Document findings</a:t>
            </a:r>
          </a:p>
          <a:p>
            <a:r>
              <a:t>Recommend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 and service enumeration</a:t>
            </a:r>
          </a:p>
          <a:p>
            <a:r>
              <a:t>Exposure analysis</a:t>
            </a:r>
          </a:p>
          <a:p>
            <a:r>
              <a:t>Risk interpretation</a:t>
            </a:r>
          </a:p>
          <a:p>
            <a:r>
              <a:t>Defensive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Tracking systems</a:t>
            </a:r>
          </a:p>
          <a:p>
            <a:r>
              <a:t>Structured workflow</a:t>
            </a:r>
          </a:p>
          <a:p>
            <a:r>
              <a:t>Terminal-based control</a:t>
            </a:r>
          </a:p>
          <a:p>
            <a:r>
              <a:t>Clear documentation</a:t>
            </a:r>
          </a:p>
          <a:p>
            <a:r>
              <a:t>Repeatable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Disciplined execution</a:t>
            </a:r>
          </a:p>
          <a:p>
            <a:r>
              <a:t>Hands-on proof</a:t>
            </a:r>
          </a:p>
          <a:p>
            <a:r>
              <a:t>Fast learner</a:t>
            </a:r>
          </a:p>
          <a:p>
            <a:r>
              <a:t>System thinker</a:t>
            </a:r>
          </a:p>
          <a:p>
            <a:r>
              <a:t>Ready to contribute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Focused on security operations and growth</a:t>
            </a:r>
          </a:p>
          <a:p/>
          <a:p>
            <a:r>
              <a:t>Building systems that translate data into decisions</a:t>
            </a:r>
          </a:p>
          <a:p/>
          <a:p>
            <a:r>
              <a:t>Structured. Controlled. Effective.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